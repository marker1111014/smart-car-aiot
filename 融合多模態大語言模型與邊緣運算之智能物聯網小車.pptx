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37"/>
  </p:normalViewPr>
  <p:slideViewPr>
    <p:cSldViewPr snapToGrid="0">
      <p:cViewPr varScale="1">
        <p:scale>
          <a:sx n="108" d="100"/>
          <a:sy n="108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EBC115-D22B-9ECA-D5E3-C56C43C0B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30D4C76-7FB8-B096-C7C5-6645E0A17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3F7D00-E806-EA4B-FBEA-D5B1CDCA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AA8EE8-0A51-25B6-E00D-3B9528383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287601-E2B6-5189-519D-B7136794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057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EDB5A3-ABE3-C595-3B80-82324330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7BAFF6-BA87-D8B1-62F3-5AE9AF441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5120A3-9410-F0D1-27E7-960BD7BA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4F7422-C5F9-E076-4770-5CF8C2DC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DBAF49-83EB-63E4-43B4-92BD9E84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646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AF725C-1305-CF50-668B-FD76B0EB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FA12B7-8ECE-54FE-12C6-B45F5618F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A390EB-36B0-078A-A37A-ACD80488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AAFA20-D411-02DF-F714-D5F68D56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ECF5FB-7553-7911-F132-1E033242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2422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E5A48-2E4C-0A9C-0BE9-495FCA963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B0E87A-98EF-8E80-9370-E628104E3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70A7E1F-B590-8DC1-145A-C0C6B93BA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B3B2EA-B2B4-3FD8-0CF5-58D187C4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200C96-E8B2-38EF-95EA-A73AB4F7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103791-5CE6-EA89-72F3-71E42CA1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6618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720FA-2877-BBCB-C98D-1C45F405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C9356C-6B4C-E174-8C2E-72AC90D2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78BE46-C958-AD84-B012-DF0E55A82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BBAA970-F6E6-3D2B-0C68-FF9F59AAF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1B7A6F-7490-AFF1-C382-B1E219689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9D34BD4-4970-747B-9A7E-43A94478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7220B6-86C9-531B-F76C-41A3F5EF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0293BD5-A653-D8AD-F749-C871DFF9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041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E8784A-B374-5A0A-1652-9E42199C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3481BC6-2177-9465-9DB4-BF83EEC1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D0B3665-6E29-23D4-D26D-E1EC55C5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AF6E540-EF50-31A8-E173-FAA8FB47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161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79F9CF2-39D5-0BD9-CEAF-A86AD0501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B33FF9-6E94-113A-F3D7-F29DF274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8C1C8D-7A19-8EDB-6743-8BA093C2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95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E7B28A-2430-CDBC-09F6-16E2C4F9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CFEF4A-5CA7-8A5F-F698-E8DB9233C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A1290A9-68D1-1008-C302-6D9066F4C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1E00F4-BC6C-FF26-E69D-48964D83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1C26024-B438-1171-306C-9108B2F8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811A0D-EB33-EAAE-2027-DEFD4E1E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7779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8A5337-4996-CD6E-44A9-4095CA2E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F963CA-C895-7831-BC22-B8714C738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769D30-7CA9-3D1E-8C75-F5CA4158F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EA281A2-3F8A-2271-B604-5831474E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7DC67AB-6CDB-714E-68B5-4ED83371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E50FE49-B749-3EF6-9F18-2A1B9E02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137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78D27D-F49E-010F-D4FA-2CA5A6C8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073137-A36F-DECA-6BA5-6A9A337D0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E988C0-C95F-5085-C6D1-93AA29DCC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EF4ECC-AFDC-7BC9-3FE1-DC8D3627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9728A9-CCFC-9B9E-B80B-E7C518A6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890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A42BEDC-AD43-067D-F12A-8AC05B184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2BC28FE-1E57-9975-4E71-E9C43B76C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D3D3E8-C905-AFCB-0A45-F96C0C34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0341A0-23AA-941A-3B79-859AEDE4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B226FF-FE7D-BDA0-79AB-67A1E507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3568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10A3315-D48C-28FC-58E1-EC6AA88C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AA7D1-361E-BF43-985C-167467E3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AA00CE-86FD-2587-DF27-D3AAF7E38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CC4AA-BC43-B84F-87AC-CD3CD85F4516}" type="datetimeFigureOut">
              <a:rPr kumimoji="1" lang="zh-TW" altLang="en-US" smtClean="0"/>
              <a:t>2026/10/1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2ABEA6-8F30-8236-EA97-A0FC6C80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A16D5C-F981-FEE3-5CCF-3AFF51F19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7B6D1-D50A-0340-96EC-0EE15426A5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498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A731FB-3735-029C-DAEF-D13E4F28F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46559"/>
            <a:ext cx="9144000" cy="564882"/>
          </a:xfrm>
        </p:spPr>
        <p:txBody>
          <a:bodyPr>
            <a:normAutofit/>
          </a:bodyPr>
          <a:lstStyle/>
          <a:p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融合多模態大語言模型與邊緣運算之智能物聯網小車</a:t>
            </a:r>
          </a:p>
        </p:txBody>
      </p:sp>
    </p:spTree>
    <p:extLst>
      <p:ext uri="{BB962C8B-B14F-4D97-AF65-F5344CB8AC3E}">
        <p14:creationId xmlns:p14="http://schemas.microsoft.com/office/powerpoint/2010/main" val="326231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字方塊 19">
            <a:extLst>
              <a:ext uri="{FF2B5EF4-FFF2-40B4-BE49-F238E27FC236}">
                <a16:creationId xmlns:a16="http://schemas.microsoft.com/office/drawing/2014/main" id="{E2F43A3E-7A5E-381C-6055-363FE2A79473}"/>
              </a:ext>
            </a:extLst>
          </p:cNvPr>
          <p:cNvSpPr txBox="1"/>
          <p:nvPr/>
        </p:nvSpPr>
        <p:spPr>
          <a:xfrm>
            <a:off x="2826515" y="3028890"/>
            <a:ext cx="653897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軟體負責人</a:t>
            </a:r>
            <a:b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核心目標：負責大腦運算、</a:t>
            </a:r>
            <a:r>
              <a:rPr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視覺辨識、網路通訊與控制邏輯 </a:t>
            </a:r>
            <a:endParaRPr kumimoji="1" lang="zh-TW" altLang="en-US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0326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613B513A-9163-3563-F8AA-4CA230900EEF}"/>
              </a:ext>
            </a:extLst>
          </p:cNvPr>
          <p:cNvSpPr txBox="1"/>
          <p:nvPr/>
        </p:nvSpPr>
        <p:spPr>
          <a:xfrm>
            <a:off x="769715" y="920732"/>
            <a:ext cx="95317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網路與通訊開發：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開發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ESP32-CAM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Wi-Fi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連線與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JPEG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影像串流伺服器。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架設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端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TCP Socket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，定義與接收文字控制指令（如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FORWARD, GRAB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en-US" altLang="zh-TW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筆電端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核心程式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(Python)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b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撰寫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Python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主程式，負責背景擷取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影像</a:t>
            </a:r>
            <a:b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串接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Google Gemini API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，設計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Prompt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進行物體位置判定與邏輯推理</a:t>
            </a:r>
            <a:b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撰寫控制邏輯，將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決策轉化為硬體動作指令並透過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Socket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傳送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39BE700-C553-0625-5973-51FAB902E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14" y="3429000"/>
            <a:ext cx="5759289" cy="310231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546B7A0D-3A32-2BD6-1609-6F8D06BBAF9C}"/>
              </a:ext>
            </a:extLst>
          </p:cNvPr>
          <p:cNvSpPr txBox="1">
            <a:spLocks/>
          </p:cNvSpPr>
          <p:nvPr/>
        </p:nvSpPr>
        <p:spPr>
          <a:xfrm>
            <a:off x="7504145" y="5013938"/>
            <a:ext cx="4444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TCP Socket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是利用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內建的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Wi-Fi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功能，透過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TCP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協定與其他裝置進行雙向資料傳輸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FF2E33-4D6B-A1D5-076E-3F1A4FD1CF8A}"/>
              </a:ext>
            </a:extLst>
          </p:cNvPr>
          <p:cNvSpPr txBox="1"/>
          <p:nvPr/>
        </p:nvSpPr>
        <p:spPr>
          <a:xfrm>
            <a:off x="7504145" y="5937268"/>
            <a:ext cx="43273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00" dirty="0" err="1"/>
              <a:t>Source:https</a:t>
            </a:r>
            <a:r>
              <a:rPr kumimoji="1" lang="en-US" altLang="zh-TW" sz="1100" dirty="0"/>
              <a:t>://</a:t>
            </a:r>
            <a:r>
              <a:rPr kumimoji="1" lang="en-US" altLang="zh-TW" sz="1100" dirty="0" err="1"/>
              <a:t>medium.com</a:t>
            </a:r>
            <a:r>
              <a:rPr kumimoji="1" lang="en-US" altLang="zh-TW" sz="1100" dirty="0"/>
              <a:t>/peter-pan-swift-</a:t>
            </a:r>
            <a:r>
              <a:rPr kumimoji="1" lang="en-US" altLang="zh-TW" sz="1100" dirty="0" err="1"/>
              <a:t>ios</a:t>
            </a:r>
            <a:r>
              <a:rPr kumimoji="1" lang="en-US" altLang="zh-TW" sz="1100" dirty="0"/>
              <a:t>-class/</a:t>
            </a:r>
            <a:r>
              <a:rPr kumimoji="1" lang="zh-TW" altLang="en-US" sz="1100" dirty="0"/>
              <a:t>使用</a:t>
            </a:r>
            <a:r>
              <a:rPr kumimoji="1" lang="en-US" altLang="zh-TW" sz="1100" dirty="0"/>
              <a:t>-</a:t>
            </a:r>
            <a:r>
              <a:rPr kumimoji="1" lang="en-US" altLang="zh-TW" sz="1100" dirty="0" err="1"/>
              <a:t>arduino</a:t>
            </a:r>
            <a:r>
              <a:rPr kumimoji="1" lang="en-US" altLang="zh-TW" sz="1100" dirty="0"/>
              <a:t>-</a:t>
            </a:r>
            <a:r>
              <a:rPr kumimoji="1" lang="zh-TW" altLang="en-US" sz="1100" dirty="0"/>
              <a:t>讓</a:t>
            </a:r>
            <a:r>
              <a:rPr kumimoji="1" lang="en-US" altLang="zh-TW" sz="1100" dirty="0"/>
              <a:t>-esp32-</a:t>
            </a:r>
            <a:r>
              <a:rPr kumimoji="1" lang="zh-TW" altLang="en-US" sz="1100" dirty="0"/>
              <a:t>搖身一變成為</a:t>
            </a:r>
            <a:r>
              <a:rPr kumimoji="1" lang="en-US" altLang="zh-TW" sz="1100" dirty="0"/>
              <a:t>-tcp-server-c160a84600bb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81303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0D373A9-033A-DF4C-1180-44645B940B17}"/>
              </a:ext>
            </a:extLst>
          </p:cNvPr>
          <p:cNvSpPr txBox="1"/>
          <p:nvPr/>
        </p:nvSpPr>
        <p:spPr>
          <a:xfrm>
            <a:off x="783772" y="748145"/>
            <a:ext cx="10532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網路與通訊開發：架設網站連接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（回傳影像）與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mac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端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gemini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運算（回傳指令）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3250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CB783DD-4CD7-096E-94EB-851C3D745EE3}"/>
              </a:ext>
            </a:extLst>
          </p:cNvPr>
          <p:cNvSpPr txBox="1"/>
          <p:nvPr/>
        </p:nvSpPr>
        <p:spPr>
          <a:xfrm>
            <a:off x="640724" y="1083491"/>
            <a:ext cx="69320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舵機控制演算法（軟體介面）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撰寫機械手臂夾取動作的角度變化與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Time-delay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邏輯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lang="zh-TW" altLang="en-US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系統軟軟整合與除錯：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監控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呼叫延遲與頻率，最佳化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辨識回應速度。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D291B9F-09E4-C68F-DCF6-A5E01CB26435}"/>
              </a:ext>
            </a:extLst>
          </p:cNvPr>
          <p:cNvSpPr txBox="1"/>
          <p:nvPr/>
        </p:nvSpPr>
        <p:spPr>
          <a:xfrm>
            <a:off x="640724" y="3251399"/>
            <a:ext cx="89851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舵機控制演算法</a:t>
            </a:r>
            <a:endParaRPr lang="en-US" altLang="zh-TW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頻率控制在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20ms 50Hz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PWM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高電位 來控制輸出角度</a:t>
            </a:r>
          </a:p>
          <a:p>
            <a:pPr marL="342900" indent="-342900">
              <a:buFont typeface="+mj-lt"/>
              <a:buAutoNum type="arabicPeriod"/>
            </a:pP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PID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控制演算法 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/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若舵機內含可讀取角度的電位器或編碼器，可用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PID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演算法達成精準的閉迴路控制 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151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74DFCA5-6CB0-7358-45AD-011D1709DB51}"/>
              </a:ext>
            </a:extLst>
          </p:cNvPr>
          <p:cNvSpPr txBox="1"/>
          <p:nvPr/>
        </p:nvSpPr>
        <p:spPr>
          <a:xfrm>
            <a:off x="2642583" y="3028890"/>
            <a:ext cx="690683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硬體負責人</a:t>
            </a:r>
            <a:endParaRPr lang="en-US" altLang="zh-TW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核心目標：負責機體結構、電路佈線、電源管理與馬達實體驅動。 </a:t>
            </a:r>
            <a:endParaRPr kumimoji="1" lang="zh-TW" altLang="en-US" sz="2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6643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726F0C8-13F1-3E91-C5CF-B5770D572B9F}"/>
              </a:ext>
            </a:extLst>
          </p:cNvPr>
          <p:cNvSpPr txBox="1"/>
          <p:nvPr/>
        </p:nvSpPr>
        <p:spPr>
          <a:xfrm>
            <a:off x="1966710" y="1443841"/>
            <a:ext cx="82585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車體與機械手臂組裝：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組裝小車底盤與機械手臂結構。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調整舵機的初始角度與物理極限角度，避免馬達卡死燒毀。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lang="zh-TW" altLang="en-US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電路設計與供電管理：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繪製並接線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ESP32-CAM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、馬達驅動板、舵機與電池組。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電源隔離與穩壓：配置獨立電源或加裝穩壓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電容元件，解決馬達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舵機啟動時搶電導致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重啟的問題。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lang="zh-TW" altLang="en-US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鏡頭與感測器機構固定：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設計並固定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ESP32-CAM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鏡頭位置，確定最佳視野，確保 </a:t>
            </a:r>
            <a:r>
              <a:rPr lang="en-US" altLang="zh-TW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能看到爪子前方。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endParaRPr lang="zh-TW" altLang="en-US" dirty="0"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硬體實體測試：</a:t>
            </a:r>
            <a:b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測試馬達正反轉與轉速，確定小車不會走偏。</a:t>
            </a:r>
          </a:p>
        </p:txBody>
      </p:sp>
    </p:spTree>
    <p:extLst>
      <p:ext uri="{BB962C8B-B14F-4D97-AF65-F5344CB8AC3E}">
        <p14:creationId xmlns:p14="http://schemas.microsoft.com/office/powerpoint/2010/main" val="3900985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432</Words>
  <Application>Microsoft Macintosh PowerPoint</Application>
  <PresentationFormat>寬螢幕</PresentationFormat>
  <Paragraphs>21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Microsoft JhengHei</vt:lpstr>
      <vt:lpstr>Aptos</vt:lpstr>
      <vt:lpstr>Aptos Display</vt:lpstr>
      <vt:lpstr>Arial</vt:lpstr>
      <vt:lpstr>Office 佈景主題</vt:lpstr>
      <vt:lpstr>融合多模態大語言模型與邊緣運算之智能物聯網小車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李博庭</dc:creator>
  <cp:lastModifiedBy>李博庭</cp:lastModifiedBy>
  <cp:revision>3</cp:revision>
  <dcterms:created xsi:type="dcterms:W3CDTF">2026-09-21T04:29:23Z</dcterms:created>
  <dcterms:modified xsi:type="dcterms:W3CDTF">2026-10-01T07:17:31Z</dcterms:modified>
</cp:coreProperties>
</file>